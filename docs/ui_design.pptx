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46A8F"/>
    <a:srgbClr val="462D00"/>
    <a:srgbClr val="603E00"/>
    <a:srgbClr val="FFEECF"/>
    <a:srgbClr val="FEF5E5"/>
    <a:srgbClr val="F1DEBD"/>
    <a:srgbClr val="EEDEC0"/>
    <a:srgbClr val="F4E9D6"/>
    <a:srgbClr val="546B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9" autoAdjust="0"/>
    <p:restoredTop sz="94660"/>
  </p:normalViewPr>
  <p:slideViewPr>
    <p:cSldViewPr snapToGrid="0">
      <p:cViewPr>
        <p:scale>
          <a:sx n="125" d="100"/>
          <a:sy n="125" d="100"/>
        </p:scale>
        <p:origin x="1592" y="6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AB83-D492-F7BD-42D3-9DCE4FD585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1C32B5B-EEA6-13CC-97DB-855723467B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C926C1-4E72-B08B-46C0-E8A89B91B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399E9-BDE4-456B-9814-CFD5A9AA3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BE37B-46E7-4AE8-0AED-80952E030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9144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07462-D4A8-0C7D-2194-01E806A238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9D2F00-0B19-0C8B-90D0-38F01AE40C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5A9AAC-EA37-7516-1FBA-FC59311E2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0B53CA-28EE-8181-8780-DFC783113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08FA6C-B50A-0A26-D6DD-3DDAC8F97B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80867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1897EC-5F3A-5601-0865-9B75C3D2BD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F3EBEC-98D0-4025-903F-0FBCE07095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E6A186-4653-5BDB-B5DD-68BFD9051A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7CDDB-F035-C3B1-C7A2-F9254FE29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FE4CD8-60C9-D9CC-E985-94B5751254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6756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D5014-693B-6AA1-C6D5-5A4E15765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F239A1-E76B-6996-C9FF-FDE5546B979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3848A24-61C2-E1B8-1296-2C7F6430FE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3567AC9-19E8-9B67-CB84-C203F76FF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D90AB1E-F362-38AF-E9EC-074FEBFB6A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9E0789-0F51-8A0B-3750-33D7FC7413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86710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AD565-C3DB-ACBC-336A-3DB50615BD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49C4C7-1BE0-CD7B-7F57-986C8C0F426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51BCEC2-5685-5B6C-A783-F1B09820F67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40147CD-C386-F02B-8247-32B6FA1B9A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65563F6-6314-24AF-26C1-B8B9DD23DCC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F8F216A-6E2E-272B-6A68-0F92D2B989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EF7FDAE-080D-AD2D-0A2A-28270DE7DA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6411507-2AA9-2574-95FC-92A222CE9F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84351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87ACB8-0B28-3586-AB1A-30D0A7924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A82C409-4E70-57AE-F15E-92EC849B1D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3B3CA59-56A6-599A-24AC-BACEE7AB9D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E677DCC-982E-4BE2-8927-0C41205588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32066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4AE842-A627-D4A7-0E29-8D10856DE4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A9A2066-875A-4830-AFFF-393E0A7D4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577D1-B815-32A3-87B0-A10BAD05BA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841673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285344-F404-AFD2-E435-5F5303D2D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509038-8C29-AC9A-7D49-C37BC6D42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9DA1CD-2468-EFB4-F1D2-C612BEBDEFA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7D0E0-CCCC-9A9D-00DA-FC2FE0CE6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B68BD9E-F19F-DD2C-8333-120DCD6EB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994F3C-4C33-33CA-E7D8-10B5504C5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2627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B69EA5-E459-0703-FC3C-FE6AD600C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86D513-D0C0-ED45-C608-6DBA922E9F5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A84B7B-01D1-277B-E442-FCCD430CFD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FCFF4E4-3C4A-5B5D-DD9F-FBCB9B880C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760E7C7-53AD-81CC-D2A5-2BA5D3ACE0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6AA7FD-BE73-22DE-64F5-8048ED5AD3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0938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8599E-1CBA-691E-7CF3-E99D36C6B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606E3AF-7038-F7EA-2784-3DE1894FF9B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7C9FB8-F2D8-8BE3-9471-F373F66F9A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50CCA6-3AC3-63B3-4503-5DF7BCCD6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A8D147-D778-ABB6-BD07-5E4246BCBE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5059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BBE1E3B-AD55-95BE-1A0D-A9E01B0CC41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69369EA-C971-C7F9-C9F7-2ABB7A1F2A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65E1E-FDFE-AA4F-2F64-FF40EB01A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537222-3420-99EA-5C3E-538EC838C7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773A64-F71E-407D-89E4-3284E9B644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6809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D6339D-92A3-D373-017A-5B759E8E7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7B62E89-412B-B32F-3FB5-0287A34340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059C9-754E-E906-8526-34F39389B0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C8A8AF-A63C-4D16-8AB8-E7097E375183}" type="datetimeFigureOut">
              <a:rPr lang="en-US" smtClean="0"/>
              <a:t>3/21/2026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B8D8EA-B1D6-33D0-4A2D-A41231B237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06A4C9-A2A1-79EA-CB06-2DA54AB793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2B64A7-C2A3-4853-9C7F-F801D267B9E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97778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ook recommendations">
            <a:extLst>
              <a:ext uri="{FF2B5EF4-FFF2-40B4-BE49-F238E27FC236}">
                <a16:creationId xmlns:a16="http://schemas.microsoft.com/office/drawing/2014/main" id="{C301BCA0-E161-CFD0-AC0A-2C7F67B464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139" y="276836"/>
            <a:ext cx="6964882" cy="3816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39920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AAAAB3-1B7A-CA22-D50E-8B4279711F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2445" y="0"/>
            <a:ext cx="6847109" cy="6858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65691652-55D4-4C14-EA19-94F7A4348E68}"/>
              </a:ext>
            </a:extLst>
          </p:cNvPr>
          <p:cNvCxnSpPr>
            <a:cxnSpLocks/>
          </p:cNvCxnSpPr>
          <p:nvPr/>
        </p:nvCxnSpPr>
        <p:spPr>
          <a:xfrm flipH="1">
            <a:off x="7695923" y="6621012"/>
            <a:ext cx="675314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>
            <a:extLst>
              <a:ext uri="{FF2B5EF4-FFF2-40B4-BE49-F238E27FC236}">
                <a16:creationId xmlns:a16="http://schemas.microsoft.com/office/drawing/2014/main" id="{AA64B1DD-9A06-92AB-625C-4CCF638D4632}"/>
              </a:ext>
            </a:extLst>
          </p:cNvPr>
          <p:cNvSpPr/>
          <p:nvPr/>
        </p:nvSpPr>
        <p:spPr>
          <a:xfrm>
            <a:off x="8371237" y="6440648"/>
            <a:ext cx="369116" cy="369116"/>
          </a:xfrm>
          <a:prstGeom prst="ellipse">
            <a:avLst/>
          </a:prstGeom>
          <a:solidFill>
            <a:srgbClr val="546B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B35F0E-FF9B-81F5-2516-CF206AC173DB}"/>
              </a:ext>
            </a:extLst>
          </p:cNvPr>
          <p:cNvSpPr txBox="1"/>
          <p:nvPr/>
        </p:nvSpPr>
        <p:spPr>
          <a:xfrm>
            <a:off x="8305735" y="6051842"/>
            <a:ext cx="12138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Change to this color #546B8E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4BE869D-F4EF-A43C-1C24-234BA13AECD5}"/>
              </a:ext>
            </a:extLst>
          </p:cNvPr>
          <p:cNvSpPr/>
          <p:nvPr/>
        </p:nvSpPr>
        <p:spPr>
          <a:xfrm>
            <a:off x="2730616" y="5460418"/>
            <a:ext cx="847288" cy="5914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4B660F-6042-8FA8-580D-5C8281514F75}"/>
              </a:ext>
            </a:extLst>
          </p:cNvPr>
          <p:cNvSpPr txBox="1"/>
          <p:nvPr/>
        </p:nvSpPr>
        <p:spPr>
          <a:xfrm>
            <a:off x="2672445" y="475253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white colored elements change to this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#FEF5E5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07902E9-704E-F032-F8E9-94F8DDA439CB}"/>
              </a:ext>
            </a:extLst>
          </p:cNvPr>
          <p:cNvSpPr/>
          <p:nvPr/>
        </p:nvSpPr>
        <p:spPr>
          <a:xfrm>
            <a:off x="6030498" y="1678381"/>
            <a:ext cx="847288" cy="591424"/>
          </a:xfrm>
          <a:prstGeom prst="rect">
            <a:avLst/>
          </a:prstGeom>
          <a:solidFill>
            <a:srgbClr val="FFEE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0A1F590-AA94-0C27-66EE-10C14930D507}"/>
              </a:ext>
            </a:extLst>
          </p:cNvPr>
          <p:cNvSpPr txBox="1"/>
          <p:nvPr/>
        </p:nvSpPr>
        <p:spPr>
          <a:xfrm>
            <a:off x="4882180" y="1620150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grey colored elements change to this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#FFEECF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7AB4B9B-8BE1-DED3-6957-D46D8365E2C9}"/>
              </a:ext>
            </a:extLst>
          </p:cNvPr>
          <p:cNvSpPr txBox="1"/>
          <p:nvPr/>
        </p:nvSpPr>
        <p:spPr>
          <a:xfrm>
            <a:off x="7607628" y="282446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black text</a:t>
            </a:r>
          </a:p>
          <a:p>
            <a:r>
              <a:rPr lang="en-US" sz="1000" dirty="0">
                <a:solidFill>
                  <a:srgbClr val="FF0000"/>
                </a:solidFill>
              </a:rPr>
              <a:t>should now have a dark brown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#462D00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AA65F77-8F31-831E-4532-4DC3708C1D83}"/>
              </a:ext>
            </a:extLst>
          </p:cNvPr>
          <p:cNvSpPr/>
          <p:nvPr/>
        </p:nvSpPr>
        <p:spPr>
          <a:xfrm>
            <a:off x="8821447" y="2822948"/>
            <a:ext cx="847288" cy="591424"/>
          </a:xfrm>
          <a:prstGeom prst="rect">
            <a:avLst/>
          </a:prstGeom>
          <a:solidFill>
            <a:srgbClr val="462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4031A1B0-2C81-6215-6F5B-F8F7AD2C79C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30159" y="53934"/>
            <a:ext cx="414138" cy="42004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38A51CFF-A793-BA6A-2462-AB22A2F232E8}"/>
              </a:ext>
            </a:extLst>
          </p:cNvPr>
          <p:cNvSpPr txBox="1"/>
          <p:nvPr/>
        </p:nvSpPr>
        <p:spPr>
          <a:xfrm>
            <a:off x="6393809" y="8194"/>
            <a:ext cx="1213819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Replace placeholder with logo.png</a:t>
            </a:r>
          </a:p>
        </p:txBody>
      </p:sp>
    </p:spTree>
    <p:extLst>
      <p:ext uri="{BB962C8B-B14F-4D97-AF65-F5344CB8AC3E}">
        <p14:creationId xmlns:p14="http://schemas.microsoft.com/office/powerpoint/2010/main" val="107877644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FF81332-87BA-714B-C7A5-4B3A154A2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51475" y="0"/>
            <a:ext cx="6089050" cy="6858000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1C5C44F7-865F-DF74-45AE-239837070D3C}"/>
              </a:ext>
            </a:extLst>
          </p:cNvPr>
          <p:cNvSpPr/>
          <p:nvPr/>
        </p:nvSpPr>
        <p:spPr>
          <a:xfrm>
            <a:off x="2730616" y="5460418"/>
            <a:ext cx="847288" cy="5914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9CBD510-7B1D-2650-EBF9-DECEB1617F69}"/>
              </a:ext>
            </a:extLst>
          </p:cNvPr>
          <p:cNvSpPr txBox="1"/>
          <p:nvPr/>
        </p:nvSpPr>
        <p:spPr>
          <a:xfrm>
            <a:off x="2672445" y="475253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white colored elements change to this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#FEF5E5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428F77-7148-2FC3-2A9C-BCAFFD2547EA}"/>
              </a:ext>
            </a:extLst>
          </p:cNvPr>
          <p:cNvSpPr txBox="1"/>
          <p:nvPr/>
        </p:nvSpPr>
        <p:spPr>
          <a:xfrm>
            <a:off x="7750241" y="2786712"/>
            <a:ext cx="121381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FF0000"/>
                </a:solidFill>
              </a:rPr>
              <a:t>All black text</a:t>
            </a:r>
          </a:p>
          <a:p>
            <a:r>
              <a:rPr lang="en-US" sz="1000" dirty="0">
                <a:solidFill>
                  <a:srgbClr val="FF0000"/>
                </a:solidFill>
              </a:rPr>
              <a:t>should now have a dark brown color</a:t>
            </a:r>
          </a:p>
          <a:p>
            <a:r>
              <a:rPr lang="en-US" sz="1000" dirty="0">
                <a:solidFill>
                  <a:srgbClr val="FF0000"/>
                </a:solidFill>
              </a:rPr>
              <a:t>#462D00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71C90C7-A49F-CED8-7A02-346FEB69720B}"/>
              </a:ext>
            </a:extLst>
          </p:cNvPr>
          <p:cNvSpPr/>
          <p:nvPr/>
        </p:nvSpPr>
        <p:spPr>
          <a:xfrm>
            <a:off x="8964060" y="2785198"/>
            <a:ext cx="847288" cy="591424"/>
          </a:xfrm>
          <a:prstGeom prst="rect">
            <a:avLst/>
          </a:prstGeom>
          <a:solidFill>
            <a:srgbClr val="462D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53865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D25EA0F-A8EA-02D0-CD59-963EE494B1F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847"/>
          <a:stretch>
            <a:fillRect/>
          </a:stretch>
        </p:blipFill>
        <p:spPr>
          <a:xfrm>
            <a:off x="490893" y="537623"/>
            <a:ext cx="5284928" cy="2332581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8D2C5A45-120A-E1C5-97AA-4DBAB19EAA9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3847"/>
          <a:stretch>
            <a:fillRect/>
          </a:stretch>
        </p:blipFill>
        <p:spPr>
          <a:xfrm>
            <a:off x="6096000" y="537623"/>
            <a:ext cx="5284928" cy="2332581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722F90C7-5DCE-6C17-0083-7D1B3B6C0C57}"/>
              </a:ext>
            </a:extLst>
          </p:cNvPr>
          <p:cNvSpPr/>
          <p:nvPr/>
        </p:nvSpPr>
        <p:spPr>
          <a:xfrm>
            <a:off x="6322297" y="2649071"/>
            <a:ext cx="1054816" cy="1889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87A0A7D-133A-853F-FBE8-41CFB2FCEA0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812" t="68934" b="23847"/>
          <a:stretch>
            <a:fillRect/>
          </a:stretch>
        </p:blipFill>
        <p:spPr>
          <a:xfrm>
            <a:off x="6751646" y="2649071"/>
            <a:ext cx="3973636" cy="22113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2409E49-4314-F2EA-DF4E-A25B4B6548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4515" y="2705994"/>
            <a:ext cx="130145" cy="132001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02365AB-476F-1869-5410-D7C6317519D7}"/>
              </a:ext>
            </a:extLst>
          </p:cNvPr>
          <p:cNvSpPr/>
          <p:nvPr/>
        </p:nvSpPr>
        <p:spPr>
          <a:xfrm>
            <a:off x="10197874" y="2681280"/>
            <a:ext cx="1054816" cy="188924"/>
          </a:xfrm>
          <a:prstGeom prst="rect">
            <a:avLst/>
          </a:prstGeom>
          <a:solidFill>
            <a:srgbClr val="FEF5E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1B9E289-5E2F-05E2-E703-50924B3EA02C}"/>
              </a:ext>
            </a:extLst>
          </p:cNvPr>
          <p:cNvCxnSpPr>
            <a:cxnSpLocks/>
          </p:cNvCxnSpPr>
          <p:nvPr/>
        </p:nvCxnSpPr>
        <p:spPr>
          <a:xfrm>
            <a:off x="5337496" y="2771994"/>
            <a:ext cx="69418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78148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70</TotalTime>
  <Words>66</Words>
  <Application>Microsoft Office PowerPoint</Application>
  <PresentationFormat>Widescreen</PresentationFormat>
  <Paragraphs>14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 Lu</dc:creator>
  <cp:lastModifiedBy>Dan Lu</cp:lastModifiedBy>
  <cp:revision>3</cp:revision>
  <dcterms:created xsi:type="dcterms:W3CDTF">2026-03-22T01:57:07Z</dcterms:created>
  <dcterms:modified xsi:type="dcterms:W3CDTF">2026-03-22T03:12:46Z</dcterms:modified>
</cp:coreProperties>
</file>
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A8F"/>
    <a:srgbClr val="462D00"/>
    <a:srgbClr val="603E00"/>
    <a:srgbClr val="FFEECF"/>
    <a:srgbClr val="FEF5E5"/>
    <a:srgbClr val="F1DEBD"/>
    <a:srgbClr val="EEDEC0"/>
    <a:srgbClr val="F4E9D6"/>
    <a:srgbClr val="546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AB83-D492-F7BD-42D3-9DCE4FD5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32B5B-EEA6-13CC-97DB-855723467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926C1-4E72-B08B-46C0-E8A89B91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399E9-BDE4-456B-9814-CFD5A9AA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BE37B-46E7-4AE8-0AED-80952E03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4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7462-D4A8-0C7D-2194-01E806A2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2F00-0B19-0C8B-90D0-38F01AE40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A9AAC-EA37-7516-1FBA-FC59311E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B53CA-28EE-8181-8780-DFC78311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8FA6C-B50A-0A26-D6DD-3DDAC8F9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97EC-5F3A-5601-0865-9B75C3D2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3EBEC-98D0-4025-903F-0FBCE0709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6A186-4653-5BDB-B5DD-68BFD905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CDDB-F035-C3B1-C7A2-F9254FE2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4CD8-60C9-D9CC-E985-94B57512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7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5014-693B-6AA1-C6D5-5A4E1576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39A1-E76B-6996-C9FF-FDE5546B9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48A24-61C2-E1B8-1296-2C7F6430F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67AC9-19E8-9B67-CB84-C203F76F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0AB1E-F362-38AF-E9EC-074FEBFB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E0789-0F51-8A0B-3750-33D7FC74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7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D565-C3DB-ACBC-336A-3DB50615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9C4C7-1BE0-CD7B-7F57-986C8C0F4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BCEC2-5685-5B6C-A783-F1B09820F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147CD-C386-F02B-8247-32B6FA1B9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563F6-6314-24AF-26C1-B8B9DD23D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8F216A-6E2E-272B-6A68-0F92D2B9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7FDAE-080D-AD2D-0A2A-28270DE7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11507-2AA9-2574-95FC-92A222CE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ACB8-0B28-3586-AB1A-30D0A792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82C409-4E70-57AE-F15E-92EC849B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3CA59-56A6-599A-24AC-BACEE7AB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77DCC-982E-4BE2-8927-0C412055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0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AE842-A627-D4A7-0E29-8D10856D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A2066-875A-4830-AFFF-393E0A7D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577D1-B815-32A3-87B0-A10BAD05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6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5344-F404-AFD2-E435-5F5303D2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9038-8C29-AC9A-7D49-C37BC6D4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DA1CD-2468-EFB4-F1D2-C612BEBDE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7D0E0-CCCC-9A9D-00DA-FC2FE0CE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8BD9E-F19F-DD2C-8333-120DCD6E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94F3C-4C33-33CA-E7D8-10B5504C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2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9EA5-E459-0703-FC3C-FE6AD600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6D513-D0C0-ED45-C608-6DBA922E9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84B7B-01D1-277B-E442-FCCD430CF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FF4E4-3C4A-5B5D-DD9F-FBCB9B88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0E7C7-53AD-81CC-D2A5-2BA5D3AC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AA7FD-BE73-22DE-64F5-8048ED5A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3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599E-1CBA-691E-7CF3-E99D36C6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6E3AF-7038-F7EA-2784-3DE1894FF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9FB8-F2D8-8BE3-9471-F373F66F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0CCA6-3AC3-63B3-4503-5DF7BCCD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8D147-D778-ABB6-BD07-5E4246BC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5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BE1E3B-AD55-95BE-1A0D-A9E01B0CC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369EA-C971-C7F9-C9F7-2ABB7A1F2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5E1E-FDFE-AA4F-2F64-FF40EB01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37222-3420-99EA-5C3E-538EC838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73A64-F71E-407D-89E4-3284E9B6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8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6339D-92A3-D373-017A-5B759E8E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2E89-412B-B32F-3FB5-0287A343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059C9-754E-E906-8526-34F39389B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8A8AF-A63C-4D16-8AB8-E7097E375183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8D8EA-B1D6-33D0-4A2D-A41231B2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A4C9-A2A1-79EA-CB06-2DA54AB79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B64A7-C2A3-4853-9C7F-F801D267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7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ok recommendations">
            <a:extLst>
              <a:ext uri="{FF2B5EF4-FFF2-40B4-BE49-F238E27FC236}">
                <a16:creationId xmlns:a16="http://schemas.microsoft.com/office/drawing/2014/main" id="{C301BCA0-E161-CFD0-AC0A-2C7F67B4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39" y="276836"/>
            <a:ext cx="6964882" cy="381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99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AAAB3-1B7A-CA22-D50E-8B427971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445" y="0"/>
            <a:ext cx="6847109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5691652-55D4-4C14-EA19-94F7A4348E68}"/>
              </a:ext>
            </a:extLst>
          </p:cNvPr>
          <p:cNvCxnSpPr>
            <a:cxnSpLocks/>
          </p:cNvCxnSpPr>
          <p:nvPr/>
        </p:nvCxnSpPr>
        <p:spPr>
          <a:xfrm flipH="1">
            <a:off x="7695923" y="6621012"/>
            <a:ext cx="675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A64B1DD-9A06-92AB-625C-4CCF638D4632}"/>
              </a:ext>
            </a:extLst>
          </p:cNvPr>
          <p:cNvSpPr/>
          <p:nvPr/>
        </p:nvSpPr>
        <p:spPr>
          <a:xfrm>
            <a:off x="8371237" y="6440648"/>
            <a:ext cx="369116" cy="369116"/>
          </a:xfrm>
          <a:prstGeom prst="ellipse">
            <a:avLst/>
          </a:prstGeom>
          <a:solidFill>
            <a:srgbClr val="546B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35F0E-FF9B-81F5-2516-CF206AC173DB}"/>
              </a:ext>
            </a:extLst>
          </p:cNvPr>
          <p:cNvSpPr txBox="1"/>
          <p:nvPr/>
        </p:nvSpPr>
        <p:spPr>
          <a:xfrm>
            <a:off x="8305735" y="6051842"/>
            <a:ext cx="1213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Change to this color #546B8E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E869D-F4EF-A43C-1C24-234BA13AECD5}"/>
              </a:ext>
            </a:extLst>
          </p:cNvPr>
          <p:cNvSpPr/>
          <p:nvPr/>
        </p:nvSpPr>
        <p:spPr>
          <a:xfrm>
            <a:off x="2730616" y="5460418"/>
            <a:ext cx="847288" cy="591424"/>
          </a:xfrm>
          <a:prstGeom prst="rect">
            <a:avLst/>
          </a:prstGeom>
          <a:solidFill>
            <a:srgbClr val="FEF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B660F-6042-8FA8-580D-5C8281514F75}"/>
              </a:ext>
            </a:extLst>
          </p:cNvPr>
          <p:cNvSpPr txBox="1"/>
          <p:nvPr/>
        </p:nvSpPr>
        <p:spPr>
          <a:xfrm>
            <a:off x="2672445" y="4752532"/>
            <a:ext cx="121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All white colored elements change to this color</a:t>
            </a:r>
          </a:p>
          <a:p>
            <a:r>
              <a:rPr lang="en-US" sz="1000" dirty="0">
                <a:solidFill>
                  <a:srgbClr val="FF0000"/>
                </a:solidFill>
              </a:rPr>
              <a:t>#FEF5E5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902E9-704E-F032-F8E9-94F8DDA439CB}"/>
              </a:ext>
            </a:extLst>
          </p:cNvPr>
          <p:cNvSpPr/>
          <p:nvPr/>
        </p:nvSpPr>
        <p:spPr>
          <a:xfrm>
            <a:off x="6030498" y="1678381"/>
            <a:ext cx="847288" cy="591424"/>
          </a:xfrm>
          <a:prstGeom prst="rect">
            <a:avLst/>
          </a:prstGeom>
          <a:solidFill>
            <a:srgbClr val="FFEE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1F590-AA94-0C27-66EE-10C14930D507}"/>
              </a:ext>
            </a:extLst>
          </p:cNvPr>
          <p:cNvSpPr txBox="1"/>
          <p:nvPr/>
        </p:nvSpPr>
        <p:spPr>
          <a:xfrm>
            <a:off x="4882180" y="1620150"/>
            <a:ext cx="121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All grey colored elements change to this color</a:t>
            </a:r>
          </a:p>
          <a:p>
            <a:r>
              <a:rPr lang="en-US" sz="1000" dirty="0">
                <a:solidFill>
                  <a:srgbClr val="FF0000"/>
                </a:solidFill>
              </a:rPr>
              <a:t>#FFEECF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B4B9B-8BE1-DED3-6957-D46D8365E2C9}"/>
              </a:ext>
            </a:extLst>
          </p:cNvPr>
          <p:cNvSpPr txBox="1"/>
          <p:nvPr/>
        </p:nvSpPr>
        <p:spPr>
          <a:xfrm>
            <a:off x="7607628" y="2824462"/>
            <a:ext cx="121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All black text</a:t>
            </a:r>
          </a:p>
          <a:p>
            <a:r>
              <a:rPr lang="en-US" sz="1000" dirty="0">
                <a:solidFill>
                  <a:srgbClr val="FF0000"/>
                </a:solidFill>
              </a:rPr>
              <a:t>should now have a dark brown color</a:t>
            </a:r>
          </a:p>
          <a:p>
            <a:r>
              <a:rPr lang="en-US" sz="1000" dirty="0">
                <a:solidFill>
                  <a:srgbClr val="FF0000"/>
                </a:solidFill>
              </a:rPr>
              <a:t>#462D00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A65F77-8F31-831E-4532-4DC3708C1D83}"/>
              </a:ext>
            </a:extLst>
          </p:cNvPr>
          <p:cNvSpPr/>
          <p:nvPr/>
        </p:nvSpPr>
        <p:spPr>
          <a:xfrm>
            <a:off x="8821447" y="2822948"/>
            <a:ext cx="847288" cy="591424"/>
          </a:xfrm>
          <a:prstGeom prst="rect">
            <a:avLst/>
          </a:prstGeom>
          <a:solidFill>
            <a:srgbClr val="462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31A1B0-2C81-6215-6F5B-F8F7AD2C7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159" y="53934"/>
            <a:ext cx="414138" cy="4200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A51CFF-A793-BA6A-2462-AB22A2F232E8}"/>
              </a:ext>
            </a:extLst>
          </p:cNvPr>
          <p:cNvSpPr txBox="1"/>
          <p:nvPr/>
        </p:nvSpPr>
        <p:spPr>
          <a:xfrm>
            <a:off x="6393809" y="8194"/>
            <a:ext cx="12138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Replace placeholder with logo.png</a:t>
            </a:r>
          </a:p>
        </p:txBody>
      </p:sp>
    </p:spTree>
    <p:extLst>
      <p:ext uri="{BB962C8B-B14F-4D97-AF65-F5344CB8AC3E}">
        <p14:creationId xmlns:p14="http://schemas.microsoft.com/office/powerpoint/2010/main" val="107877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81332-87BA-714B-C7A5-4B3A154A2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475" y="0"/>
            <a:ext cx="608905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5C44F7-865F-DF74-45AE-239837070D3C}"/>
              </a:ext>
            </a:extLst>
          </p:cNvPr>
          <p:cNvSpPr/>
          <p:nvPr/>
        </p:nvSpPr>
        <p:spPr>
          <a:xfrm>
            <a:off x="2730616" y="5460418"/>
            <a:ext cx="847288" cy="591424"/>
          </a:xfrm>
          <a:prstGeom prst="rect">
            <a:avLst/>
          </a:prstGeom>
          <a:solidFill>
            <a:srgbClr val="FEF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BD510-7B1D-2650-EBF9-DECEB1617F69}"/>
              </a:ext>
            </a:extLst>
          </p:cNvPr>
          <p:cNvSpPr txBox="1"/>
          <p:nvPr/>
        </p:nvSpPr>
        <p:spPr>
          <a:xfrm>
            <a:off x="2672445" y="4752532"/>
            <a:ext cx="121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All white colored elements change to this color</a:t>
            </a:r>
          </a:p>
          <a:p>
            <a:r>
              <a:rPr lang="en-US" sz="1000" dirty="0">
                <a:solidFill>
                  <a:srgbClr val="FF0000"/>
                </a:solidFill>
              </a:rPr>
              <a:t>#FEF5E5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28F77-7148-2FC3-2A9C-BCAFFD2547EA}"/>
              </a:ext>
            </a:extLst>
          </p:cNvPr>
          <p:cNvSpPr txBox="1"/>
          <p:nvPr/>
        </p:nvSpPr>
        <p:spPr>
          <a:xfrm>
            <a:off x="7750241" y="2786712"/>
            <a:ext cx="121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All black text</a:t>
            </a:r>
          </a:p>
          <a:p>
            <a:r>
              <a:rPr lang="en-US" sz="1000" dirty="0">
                <a:solidFill>
                  <a:srgbClr val="FF0000"/>
                </a:solidFill>
              </a:rPr>
              <a:t>should now have a dark brown color</a:t>
            </a:r>
          </a:p>
          <a:p>
            <a:r>
              <a:rPr lang="en-US" sz="1000" dirty="0">
                <a:solidFill>
                  <a:srgbClr val="FF0000"/>
                </a:solidFill>
              </a:rPr>
              <a:t>#462D00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C90C7-A49F-CED8-7A02-346FEB69720B}"/>
              </a:ext>
            </a:extLst>
          </p:cNvPr>
          <p:cNvSpPr/>
          <p:nvPr/>
        </p:nvSpPr>
        <p:spPr>
          <a:xfrm>
            <a:off x="8964060" y="2785198"/>
            <a:ext cx="847288" cy="591424"/>
          </a:xfrm>
          <a:prstGeom prst="rect">
            <a:avLst/>
          </a:prstGeom>
          <a:solidFill>
            <a:srgbClr val="462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5EA0F-A8EA-02D0-CD59-963EE494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47"/>
          <a:stretch>
            <a:fillRect/>
          </a:stretch>
        </p:blipFill>
        <p:spPr>
          <a:xfrm>
            <a:off x="490893" y="537623"/>
            <a:ext cx="5284928" cy="2332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2C5A45-120A-E1C5-97AA-4DBAB19E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47"/>
          <a:stretch>
            <a:fillRect/>
          </a:stretch>
        </p:blipFill>
        <p:spPr>
          <a:xfrm>
            <a:off x="6096000" y="537623"/>
            <a:ext cx="5284928" cy="23325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2F90C7-5DCE-6C17-0083-7D1B3B6C0C57}"/>
              </a:ext>
            </a:extLst>
          </p:cNvPr>
          <p:cNvSpPr/>
          <p:nvPr/>
        </p:nvSpPr>
        <p:spPr>
          <a:xfrm>
            <a:off x="6322297" y="2649071"/>
            <a:ext cx="1054816" cy="188924"/>
          </a:xfrm>
          <a:prstGeom prst="rect">
            <a:avLst/>
          </a:prstGeom>
          <a:solidFill>
            <a:srgbClr val="FEF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A0A7D-133A-853F-FBE8-41CFB2FC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12" t="68934" b="23847"/>
          <a:stretch>
            <a:fillRect/>
          </a:stretch>
        </p:blipFill>
        <p:spPr>
          <a:xfrm>
            <a:off x="6751646" y="2649071"/>
            <a:ext cx="3973636" cy="221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409E49-4314-F2EA-DF4E-A25B4B654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515" y="2705994"/>
            <a:ext cx="130145" cy="1320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2365AB-476F-1869-5410-D7C6317519D7}"/>
              </a:ext>
            </a:extLst>
          </p:cNvPr>
          <p:cNvSpPr/>
          <p:nvPr/>
        </p:nvSpPr>
        <p:spPr>
          <a:xfrm>
            <a:off x="10197874" y="2681280"/>
            <a:ext cx="1054816" cy="188924"/>
          </a:xfrm>
          <a:prstGeom prst="rect">
            <a:avLst/>
          </a:prstGeom>
          <a:solidFill>
            <a:srgbClr val="FEF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B9E289-5E2F-05E2-E703-50924B3EA02C}"/>
              </a:ext>
            </a:extLst>
          </p:cNvPr>
          <p:cNvCxnSpPr>
            <a:cxnSpLocks/>
          </p:cNvCxnSpPr>
          <p:nvPr/>
        </p:nvCxnSpPr>
        <p:spPr>
          <a:xfrm>
            <a:off x="5337496" y="2771994"/>
            <a:ext cx="6941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81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97604-D0EF-5258-8159-11C751AB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46"/>
          <a:stretch>
            <a:fillRect/>
          </a:stretch>
        </p:blipFill>
        <p:spPr>
          <a:xfrm>
            <a:off x="3594846" y="368180"/>
            <a:ext cx="7821706" cy="6121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399CB-5D9D-B494-1B8D-714318D91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68" r="35955"/>
          <a:stretch>
            <a:fillRect/>
          </a:stretch>
        </p:blipFill>
        <p:spPr>
          <a:xfrm>
            <a:off x="430303" y="368180"/>
            <a:ext cx="3496235" cy="6076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A16536-9070-67A1-3391-DF59A96F9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1" r="35772"/>
          <a:stretch>
            <a:fillRect/>
          </a:stretch>
        </p:blipFill>
        <p:spPr>
          <a:xfrm>
            <a:off x="4123759" y="368180"/>
            <a:ext cx="3496236" cy="606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3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Lu</dc:creator>
  <cp:lastModifiedBy>Dan Lu</cp:lastModifiedBy>
  <cp:revision>5</cp:revision>
  <dcterms:created xsi:type="dcterms:W3CDTF">2026-03-22T01:57:07Z</dcterms:created>
  <dcterms:modified xsi:type="dcterms:W3CDTF">2026-03-22T03:25:45Z</dcterms:modified>
</cp:coreProperties>
</file>
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5E5"/>
    <a:srgbClr val="FFEECF"/>
    <a:srgbClr val="462D00"/>
    <a:srgbClr val="546A8F"/>
    <a:srgbClr val="603E00"/>
    <a:srgbClr val="F1DEBD"/>
    <a:srgbClr val="EEDEC0"/>
    <a:srgbClr val="F4E9D6"/>
    <a:srgbClr val="546B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AB83-D492-F7BD-42D3-9DCE4FD58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C32B5B-EEA6-13CC-97DB-855723467B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926C1-4E72-B08B-46C0-E8A89B91B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399E9-BDE4-456B-9814-CFD5A9AA3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BE37B-46E7-4AE8-0AED-80952E03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4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07462-D4A8-0C7D-2194-01E806A23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D2F00-0B19-0C8B-90D0-38F01AE40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A9AAC-EA37-7516-1FBA-FC59311E2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B53CA-28EE-8181-8780-DFC783113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08FA6C-B50A-0A26-D6DD-3DDAC8F97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086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97EC-5F3A-5601-0865-9B75C3D2B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3EBEC-98D0-4025-903F-0FBCE0709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6A186-4653-5BDB-B5DD-68BFD9051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7CDDB-F035-C3B1-C7A2-F9254FE2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E4CD8-60C9-D9CC-E985-94B575125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67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D5014-693B-6AA1-C6D5-5A4E15765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239A1-E76B-6996-C9FF-FDE5546B9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848A24-61C2-E1B8-1296-2C7F6430FE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567AC9-19E8-9B67-CB84-C203F76FF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0AB1E-F362-38AF-E9EC-074FEBFB6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9E0789-0F51-8A0B-3750-33D7FC741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71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AD565-C3DB-ACBC-336A-3DB50615B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9C4C7-1BE0-CD7B-7F57-986C8C0F4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1BCEC2-5685-5B6C-A783-F1B09820F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0147CD-C386-F02B-8247-32B6FA1B9A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5563F6-6314-24AF-26C1-B8B9DD23DC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8F216A-6E2E-272B-6A68-0F92D2B98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F7FDAE-080D-AD2D-0A2A-28270DE7D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411507-2AA9-2574-95FC-92A222CE9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435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7ACB8-0B28-3586-AB1A-30D0A792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82C409-4E70-57AE-F15E-92EC849B1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B3CA59-56A6-599A-24AC-BACEE7AB9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77DCC-982E-4BE2-8927-0C412055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06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4AE842-A627-D4A7-0E29-8D10856DE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9A2066-875A-4830-AFFF-393E0A7D4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577D1-B815-32A3-87B0-A10BAD05B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16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85344-F404-AFD2-E435-5F5303D2D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09038-8C29-AC9A-7D49-C37BC6D42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9DA1CD-2468-EFB4-F1D2-C612BEBDEF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7D0E0-CCCC-9A9D-00DA-FC2FE0CE6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68BD9E-F19F-DD2C-8333-120DCD6EB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994F3C-4C33-33CA-E7D8-10B5504C5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62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9EA5-E459-0703-FC3C-FE6AD600C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86D513-D0C0-ED45-C608-6DBA922E9F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84B7B-01D1-277B-E442-FCCD430CFD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CFF4E4-3C4A-5B5D-DD9F-FBCB9B88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0E7C7-53AD-81CC-D2A5-2BA5D3ACE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AA7FD-BE73-22DE-64F5-8048ED5AD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938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8599E-1CBA-691E-7CF3-E99D36C6B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06E3AF-7038-F7EA-2784-3DE1894FF9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C9FB8-F2D8-8BE3-9471-F373F66F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0CCA6-3AC3-63B3-4503-5DF7BCCD6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8D147-D778-ABB6-BD07-5E4246BCB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5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BE1E3B-AD55-95BE-1A0D-A9E01B0CC4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9369EA-C971-C7F9-C9F7-2ABB7A1F2A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5E1E-FDFE-AA4F-2F64-FF40EB01A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537222-3420-99EA-5C3E-538EC838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73A64-F71E-407D-89E4-3284E9B64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680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6339D-92A3-D373-017A-5B759E8E7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2E89-412B-B32F-3FB5-0287A3434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059C9-754E-E906-8526-34F39389B0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8A8AF-A63C-4D16-8AB8-E7097E375183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8D8EA-B1D6-33D0-4A2D-A41231B2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6A4C9-A2A1-79EA-CB06-2DA54AB793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777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ook recommendations">
            <a:extLst>
              <a:ext uri="{FF2B5EF4-FFF2-40B4-BE49-F238E27FC236}">
                <a16:creationId xmlns:a16="http://schemas.microsoft.com/office/drawing/2014/main" id="{C301BCA0-E161-CFD0-AC0A-2C7F67B46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39" y="276836"/>
            <a:ext cx="6964882" cy="381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992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AAAAB3-1B7A-CA22-D50E-8B4279711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445" y="0"/>
            <a:ext cx="6847109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5691652-55D4-4C14-EA19-94F7A4348E68}"/>
              </a:ext>
            </a:extLst>
          </p:cNvPr>
          <p:cNvCxnSpPr>
            <a:cxnSpLocks/>
          </p:cNvCxnSpPr>
          <p:nvPr/>
        </p:nvCxnSpPr>
        <p:spPr>
          <a:xfrm flipH="1">
            <a:off x="7695923" y="6621012"/>
            <a:ext cx="6753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AA64B1DD-9A06-92AB-625C-4CCF638D4632}"/>
              </a:ext>
            </a:extLst>
          </p:cNvPr>
          <p:cNvSpPr/>
          <p:nvPr/>
        </p:nvSpPr>
        <p:spPr>
          <a:xfrm>
            <a:off x="8371237" y="6440648"/>
            <a:ext cx="369116" cy="369116"/>
          </a:xfrm>
          <a:prstGeom prst="ellipse">
            <a:avLst/>
          </a:prstGeom>
          <a:solidFill>
            <a:srgbClr val="546B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B35F0E-FF9B-81F5-2516-CF206AC173DB}"/>
              </a:ext>
            </a:extLst>
          </p:cNvPr>
          <p:cNvSpPr txBox="1"/>
          <p:nvPr/>
        </p:nvSpPr>
        <p:spPr>
          <a:xfrm>
            <a:off x="8305735" y="6051842"/>
            <a:ext cx="12138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Change to this color #546B8E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BE869D-F4EF-A43C-1C24-234BA13AECD5}"/>
              </a:ext>
            </a:extLst>
          </p:cNvPr>
          <p:cNvSpPr/>
          <p:nvPr/>
        </p:nvSpPr>
        <p:spPr>
          <a:xfrm>
            <a:off x="2730616" y="5460418"/>
            <a:ext cx="847288" cy="591424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4B660F-6042-8FA8-580D-5C8281514F75}"/>
              </a:ext>
            </a:extLst>
          </p:cNvPr>
          <p:cNvSpPr txBox="1"/>
          <p:nvPr/>
        </p:nvSpPr>
        <p:spPr>
          <a:xfrm>
            <a:off x="2672445" y="4752532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white colored elements change to this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#FEF5E5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7902E9-704E-F032-F8E9-94F8DDA439CB}"/>
              </a:ext>
            </a:extLst>
          </p:cNvPr>
          <p:cNvSpPr/>
          <p:nvPr/>
        </p:nvSpPr>
        <p:spPr>
          <a:xfrm>
            <a:off x="6030498" y="1678381"/>
            <a:ext cx="847288" cy="591424"/>
          </a:xfrm>
          <a:prstGeom prst="rect">
            <a:avLst/>
          </a:prstGeom>
          <a:solidFill>
            <a:srgbClr val="FFEE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A1F590-AA94-0C27-66EE-10C14930D507}"/>
              </a:ext>
            </a:extLst>
          </p:cNvPr>
          <p:cNvSpPr txBox="1"/>
          <p:nvPr/>
        </p:nvSpPr>
        <p:spPr>
          <a:xfrm>
            <a:off x="4882180" y="1620150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grey colored elements change to this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#FFEECF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AB4B9B-8BE1-DED3-6957-D46D8365E2C9}"/>
              </a:ext>
            </a:extLst>
          </p:cNvPr>
          <p:cNvSpPr txBox="1"/>
          <p:nvPr/>
        </p:nvSpPr>
        <p:spPr>
          <a:xfrm>
            <a:off x="7607628" y="2824462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black text</a:t>
            </a:r>
          </a:p>
          <a:p>
            <a:r>
              <a:rPr lang="en-US" sz="1000" dirty="0">
                <a:solidFill>
                  <a:srgbClr val="FF0000"/>
                </a:solidFill>
              </a:rPr>
              <a:t>should now have a dark brown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#462D00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A65F77-8F31-831E-4532-4DC3708C1D83}"/>
              </a:ext>
            </a:extLst>
          </p:cNvPr>
          <p:cNvSpPr/>
          <p:nvPr/>
        </p:nvSpPr>
        <p:spPr>
          <a:xfrm>
            <a:off x="8821447" y="2822948"/>
            <a:ext cx="847288" cy="591424"/>
          </a:xfrm>
          <a:prstGeom prst="rect">
            <a:avLst/>
          </a:prstGeom>
          <a:solidFill>
            <a:srgbClr val="462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031A1B0-2C81-6215-6F5B-F8F7AD2C79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0159" y="53934"/>
            <a:ext cx="414138" cy="4200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8A51CFF-A793-BA6A-2462-AB22A2F232E8}"/>
              </a:ext>
            </a:extLst>
          </p:cNvPr>
          <p:cNvSpPr txBox="1"/>
          <p:nvPr/>
        </p:nvSpPr>
        <p:spPr>
          <a:xfrm>
            <a:off x="6393809" y="8194"/>
            <a:ext cx="121381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Replace placeholder with logo.png</a:t>
            </a:r>
          </a:p>
        </p:txBody>
      </p:sp>
    </p:spTree>
    <p:extLst>
      <p:ext uri="{BB962C8B-B14F-4D97-AF65-F5344CB8AC3E}">
        <p14:creationId xmlns:p14="http://schemas.microsoft.com/office/powerpoint/2010/main" val="1078776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F81332-87BA-714B-C7A5-4B3A154A2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475" y="0"/>
            <a:ext cx="608905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C5C44F7-865F-DF74-45AE-239837070D3C}"/>
              </a:ext>
            </a:extLst>
          </p:cNvPr>
          <p:cNvSpPr/>
          <p:nvPr/>
        </p:nvSpPr>
        <p:spPr>
          <a:xfrm>
            <a:off x="2730616" y="5460418"/>
            <a:ext cx="847288" cy="591424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CBD510-7B1D-2650-EBF9-DECEB1617F69}"/>
              </a:ext>
            </a:extLst>
          </p:cNvPr>
          <p:cNvSpPr txBox="1"/>
          <p:nvPr/>
        </p:nvSpPr>
        <p:spPr>
          <a:xfrm>
            <a:off x="2672445" y="4752532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white colored elements change to this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#FEF5E5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428F77-7148-2FC3-2A9C-BCAFFD2547EA}"/>
              </a:ext>
            </a:extLst>
          </p:cNvPr>
          <p:cNvSpPr txBox="1"/>
          <p:nvPr/>
        </p:nvSpPr>
        <p:spPr>
          <a:xfrm>
            <a:off x="7750241" y="2786712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black text</a:t>
            </a:r>
          </a:p>
          <a:p>
            <a:r>
              <a:rPr lang="en-US" sz="1000" dirty="0">
                <a:solidFill>
                  <a:srgbClr val="FF0000"/>
                </a:solidFill>
              </a:rPr>
              <a:t>should now have a dark brown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#462D00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1C90C7-A49F-CED8-7A02-346FEB69720B}"/>
              </a:ext>
            </a:extLst>
          </p:cNvPr>
          <p:cNvSpPr/>
          <p:nvPr/>
        </p:nvSpPr>
        <p:spPr>
          <a:xfrm>
            <a:off x="8964060" y="2785198"/>
            <a:ext cx="847288" cy="591424"/>
          </a:xfrm>
          <a:prstGeom prst="rect">
            <a:avLst/>
          </a:prstGeom>
          <a:solidFill>
            <a:srgbClr val="462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386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25EA0F-A8EA-02D0-CD59-963EE494B1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847"/>
          <a:stretch>
            <a:fillRect/>
          </a:stretch>
        </p:blipFill>
        <p:spPr>
          <a:xfrm>
            <a:off x="490893" y="537623"/>
            <a:ext cx="5284928" cy="23325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2C5A45-120A-E1C5-97AA-4DBAB19EA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847"/>
          <a:stretch>
            <a:fillRect/>
          </a:stretch>
        </p:blipFill>
        <p:spPr>
          <a:xfrm>
            <a:off x="6096000" y="537623"/>
            <a:ext cx="5284928" cy="23325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22F90C7-5DCE-6C17-0083-7D1B3B6C0C57}"/>
              </a:ext>
            </a:extLst>
          </p:cNvPr>
          <p:cNvSpPr/>
          <p:nvPr/>
        </p:nvSpPr>
        <p:spPr>
          <a:xfrm>
            <a:off x="6322297" y="2649071"/>
            <a:ext cx="1054816" cy="188924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7A0A7D-133A-853F-FBE8-41CFB2FCEA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12" t="68934" b="23847"/>
          <a:stretch>
            <a:fillRect/>
          </a:stretch>
        </p:blipFill>
        <p:spPr>
          <a:xfrm>
            <a:off x="6751646" y="2649071"/>
            <a:ext cx="3973636" cy="2211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409E49-4314-F2EA-DF4E-A25B4B65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4515" y="2705994"/>
            <a:ext cx="130145" cy="1320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02365AB-476F-1869-5410-D7C6317519D7}"/>
              </a:ext>
            </a:extLst>
          </p:cNvPr>
          <p:cNvSpPr/>
          <p:nvPr/>
        </p:nvSpPr>
        <p:spPr>
          <a:xfrm>
            <a:off x="10197874" y="2681280"/>
            <a:ext cx="1054816" cy="188924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B9E289-5E2F-05E2-E703-50924B3EA02C}"/>
              </a:ext>
            </a:extLst>
          </p:cNvPr>
          <p:cNvCxnSpPr>
            <a:cxnSpLocks/>
          </p:cNvCxnSpPr>
          <p:nvPr/>
        </p:nvCxnSpPr>
        <p:spPr>
          <a:xfrm>
            <a:off x="5337496" y="2771994"/>
            <a:ext cx="69418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814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ADCE39-3BDD-73A1-9227-80C7BF410C1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F97604-D0EF-5258-8159-11C751AB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97" r="35846"/>
          <a:stretch>
            <a:fillRect/>
          </a:stretch>
        </p:blipFill>
        <p:spPr>
          <a:xfrm>
            <a:off x="8246533" y="94419"/>
            <a:ext cx="3741867" cy="66488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E74CF7AD-A877-1AF5-AE50-BBD77DCAEF79}"/>
              </a:ext>
            </a:extLst>
          </p:cNvPr>
          <p:cNvGrpSpPr/>
          <p:nvPr/>
        </p:nvGrpSpPr>
        <p:grpSpPr>
          <a:xfrm>
            <a:off x="94190" y="93132"/>
            <a:ext cx="5959477" cy="6650092"/>
            <a:chOff x="658780" y="233953"/>
            <a:chExt cx="7816950" cy="872281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D2964F1-2C3A-28CF-2FF4-3FEB06D7ABF1}"/>
                </a:ext>
              </a:extLst>
            </p:cNvPr>
            <p:cNvGrpSpPr/>
            <p:nvPr/>
          </p:nvGrpSpPr>
          <p:grpSpPr>
            <a:xfrm rot="2700000">
              <a:off x="4841541" y="5116763"/>
              <a:ext cx="297809" cy="69047"/>
              <a:chOff x="5482206" y="2789337"/>
              <a:chExt cx="506567" cy="117447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29D0703-42BD-2899-CF9D-FC5777EFB622}"/>
                  </a:ext>
                </a:extLst>
              </p:cNvPr>
              <p:cNvSpPr/>
              <p:nvPr/>
            </p:nvSpPr>
            <p:spPr>
              <a:xfrm>
                <a:off x="5482206" y="2789339"/>
                <a:ext cx="117445" cy="117445"/>
              </a:xfrm>
              <a:prstGeom prst="ellipse">
                <a:avLst/>
              </a:prstGeom>
              <a:solidFill>
                <a:srgbClr val="462D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5DB92EE-87B9-EFC9-4458-65FEA44BB34D}"/>
                  </a:ext>
                </a:extLst>
              </p:cNvPr>
              <p:cNvSpPr/>
              <p:nvPr/>
            </p:nvSpPr>
            <p:spPr>
              <a:xfrm>
                <a:off x="5676767" y="2789337"/>
                <a:ext cx="117445" cy="117445"/>
              </a:xfrm>
              <a:prstGeom prst="ellipse">
                <a:avLst/>
              </a:prstGeom>
              <a:solidFill>
                <a:srgbClr val="462D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B0F178E-7FF3-54D6-153B-5CF93C0425C4}"/>
                  </a:ext>
                </a:extLst>
              </p:cNvPr>
              <p:cNvSpPr/>
              <p:nvPr/>
            </p:nvSpPr>
            <p:spPr>
              <a:xfrm>
                <a:off x="5871328" y="2789338"/>
                <a:ext cx="117445" cy="117445"/>
              </a:xfrm>
              <a:prstGeom prst="ellipse">
                <a:avLst/>
              </a:prstGeom>
              <a:solidFill>
                <a:srgbClr val="462D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6FE71B2-8CB0-BD1C-6384-D8F6946212C7}"/>
                </a:ext>
              </a:extLst>
            </p:cNvPr>
            <p:cNvGrpSpPr/>
            <p:nvPr/>
          </p:nvGrpSpPr>
          <p:grpSpPr>
            <a:xfrm>
              <a:off x="658780" y="233953"/>
              <a:ext cx="3306403" cy="3568295"/>
              <a:chOff x="658780" y="233953"/>
              <a:chExt cx="3306403" cy="3568295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7814D3B-5AA0-D954-1396-CFB25A862F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3787" r="23357"/>
              <a:stretch>
                <a:fillRect/>
              </a:stretch>
            </p:blipFill>
            <p:spPr>
              <a:xfrm>
                <a:off x="658782" y="233953"/>
                <a:ext cx="3306401" cy="356829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C85412CD-C696-BDAE-9285-B10D7A887B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6353" t="35319" r="36599" b="41971"/>
              <a:stretch>
                <a:fillRect/>
              </a:stretch>
            </p:blipFill>
            <p:spPr>
              <a:xfrm>
                <a:off x="658781" y="785283"/>
                <a:ext cx="3297767" cy="138006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DA747220-A18D-E787-DF12-3DFC998E1E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6353" t="79258" r="36599"/>
              <a:stretch>
                <a:fillRect/>
              </a:stretch>
            </p:blipFill>
            <p:spPr>
              <a:xfrm>
                <a:off x="658780" y="2541771"/>
                <a:ext cx="3297767" cy="1260477"/>
              </a:xfrm>
              <a:prstGeom prst="rect">
                <a:avLst/>
              </a:prstGeom>
              <a:ln>
                <a:noFill/>
              </a:ln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F45DBBF-F144-3F87-5ADB-0F0110EABB75}"/>
                </a:ext>
              </a:extLst>
            </p:cNvPr>
            <p:cNvGrpSpPr/>
            <p:nvPr/>
          </p:nvGrpSpPr>
          <p:grpSpPr>
            <a:xfrm>
              <a:off x="1419397" y="1269443"/>
              <a:ext cx="3306402" cy="3568295"/>
              <a:chOff x="4832848" y="233955"/>
              <a:chExt cx="3306402" cy="3568295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9CB2A8A-C39E-29E0-141C-B6870B71B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3787" r="23357"/>
              <a:stretch>
                <a:fillRect/>
              </a:stretch>
            </p:blipFill>
            <p:spPr>
              <a:xfrm>
                <a:off x="4832848" y="233955"/>
                <a:ext cx="3306401" cy="356829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1A9F365A-1B25-E2C7-0638-8F708C714F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6443" t="35319" r="36508" b="19888"/>
              <a:stretch>
                <a:fillRect/>
              </a:stretch>
            </p:blipFill>
            <p:spPr>
              <a:xfrm>
                <a:off x="4832849" y="785283"/>
                <a:ext cx="3306401" cy="2722033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3E53C1B7-0E4B-B83B-A54A-49224F95F4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6443" t="79258" r="36508"/>
              <a:stretch>
                <a:fillRect/>
              </a:stretch>
            </p:blipFill>
            <p:spPr>
              <a:xfrm>
                <a:off x="4832849" y="2541772"/>
                <a:ext cx="3306401" cy="1260477"/>
              </a:xfrm>
              <a:prstGeom prst="rect">
                <a:avLst/>
              </a:prstGeom>
              <a:ln>
                <a:noFill/>
              </a:ln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B729050-9A13-ADEB-BC8E-735212534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3775" r="23343"/>
            <a:stretch>
              <a:fillRect/>
            </a:stretch>
          </p:blipFill>
          <p:spPr>
            <a:xfrm>
              <a:off x="5169330" y="5388477"/>
              <a:ext cx="3306400" cy="356829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4A421F6-39A1-458A-5900-979D3827C4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787" r="23357"/>
          <a:stretch>
            <a:fillRect/>
          </a:stretch>
        </p:blipFill>
        <p:spPr>
          <a:xfrm>
            <a:off x="5088575" y="4022833"/>
            <a:ext cx="2520729" cy="27203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958B5E7A-271B-F31F-725F-0A52A59AACB9}"/>
              </a:ext>
            </a:extLst>
          </p:cNvPr>
          <p:cNvSpPr/>
          <p:nvPr/>
        </p:nvSpPr>
        <p:spPr>
          <a:xfrm>
            <a:off x="7680268" y="5024221"/>
            <a:ext cx="495300" cy="457946"/>
          </a:xfrm>
          <a:prstGeom prst="rightArrow">
            <a:avLst/>
          </a:prstGeom>
          <a:solidFill>
            <a:srgbClr val="546A8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835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B5038-7E48-EA3E-1FE2-033E971F3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157C50F-44D6-B915-3831-14A19BD84C1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048D09-7317-482D-8F82-73C219981B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97" r="35846"/>
          <a:stretch>
            <a:fillRect/>
          </a:stretch>
        </p:blipFill>
        <p:spPr>
          <a:xfrm>
            <a:off x="8246533" y="94419"/>
            <a:ext cx="3741867" cy="66488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8FD17716-2B26-EDE5-E659-2A31391C9D1D}"/>
              </a:ext>
            </a:extLst>
          </p:cNvPr>
          <p:cNvGrpSpPr/>
          <p:nvPr/>
        </p:nvGrpSpPr>
        <p:grpSpPr>
          <a:xfrm>
            <a:off x="94190" y="93132"/>
            <a:ext cx="3723659" cy="4018601"/>
            <a:chOff x="658780" y="233953"/>
            <a:chExt cx="3306403" cy="356829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1831839-035F-5B65-E80B-EE09076A0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3787" r="23357"/>
            <a:stretch>
              <a:fillRect/>
            </a:stretch>
          </p:blipFill>
          <p:spPr>
            <a:xfrm>
              <a:off x="658782" y="233953"/>
              <a:ext cx="3306401" cy="356829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44A7C55-FA77-8F1F-63F9-0C83AFA83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353" t="35319" r="36599" b="41971"/>
            <a:stretch>
              <a:fillRect/>
            </a:stretch>
          </p:blipFill>
          <p:spPr>
            <a:xfrm>
              <a:off x="658781" y="785283"/>
              <a:ext cx="3297767" cy="13800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46AF47F-8EC0-B26F-12C9-F7410A243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353" t="79258" r="36599"/>
            <a:stretch>
              <a:fillRect/>
            </a:stretch>
          </p:blipFill>
          <p:spPr>
            <a:xfrm>
              <a:off x="658780" y="2541771"/>
              <a:ext cx="3297767" cy="1260477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1D4337-957D-3636-8D5C-C670F63CEBC0}"/>
              </a:ext>
            </a:extLst>
          </p:cNvPr>
          <p:cNvGrpSpPr/>
          <p:nvPr/>
        </p:nvGrpSpPr>
        <p:grpSpPr>
          <a:xfrm>
            <a:off x="950794" y="1259297"/>
            <a:ext cx="3723657" cy="4018601"/>
            <a:chOff x="950794" y="1259297"/>
            <a:chExt cx="3723657" cy="401860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8553005-E934-AD9C-C50F-27EB65CF6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3787" r="23357"/>
            <a:stretch>
              <a:fillRect/>
            </a:stretch>
          </p:blipFill>
          <p:spPr>
            <a:xfrm>
              <a:off x="950794" y="1259297"/>
              <a:ext cx="3723656" cy="401860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1E7FBAA-B393-A469-46B8-FF7A8985D2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43" t="35319" r="36508" b="19888"/>
            <a:stretch>
              <a:fillRect/>
            </a:stretch>
          </p:blipFill>
          <p:spPr>
            <a:xfrm>
              <a:off x="950795" y="1880201"/>
              <a:ext cx="3723656" cy="3065544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C7EA9B2-ABCB-31E6-E2D2-B233A790C2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43" t="79258" r="36508"/>
            <a:stretch>
              <a:fillRect/>
            </a:stretch>
          </p:blipFill>
          <p:spPr>
            <a:xfrm>
              <a:off x="950795" y="3858352"/>
              <a:ext cx="3723656" cy="14195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B713273-D433-F907-9482-01506E36882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775" r="23343"/>
          <a:stretch>
            <a:fillRect/>
          </a:stretch>
        </p:blipFill>
        <p:spPr>
          <a:xfrm>
            <a:off x="2085434" y="2723337"/>
            <a:ext cx="3723655" cy="4018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16E104EC-8ACB-0DC1-57C3-9EDD8AD0E2F2}"/>
              </a:ext>
            </a:extLst>
          </p:cNvPr>
          <p:cNvSpPr/>
          <p:nvPr/>
        </p:nvSpPr>
        <p:spPr>
          <a:xfrm>
            <a:off x="7504133" y="4252183"/>
            <a:ext cx="569382" cy="457946"/>
          </a:xfrm>
          <a:prstGeom prst="rightArrow">
            <a:avLst/>
          </a:prstGeom>
          <a:solidFill>
            <a:srgbClr val="546A8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10B9E8-BED3-05A6-2AAA-561D2BB22C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3" t="79258" r="36508"/>
          <a:stretch>
            <a:fillRect/>
          </a:stretch>
        </p:blipFill>
        <p:spPr>
          <a:xfrm>
            <a:off x="2085434" y="5322391"/>
            <a:ext cx="3723656" cy="1419545"/>
          </a:xfrm>
          <a:prstGeom prst="rect">
            <a:avLst/>
          </a:prstGeom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3CF20BB-73E0-3779-06B6-63DEE8A55F62}"/>
              </a:ext>
            </a:extLst>
          </p:cNvPr>
          <p:cNvSpPr txBox="1"/>
          <p:nvPr/>
        </p:nvSpPr>
        <p:spPr>
          <a:xfrm>
            <a:off x="2249817" y="5739631"/>
            <a:ext cx="3314489" cy="457200"/>
          </a:xfrm>
          <a:prstGeom prst="rect">
            <a:avLst/>
          </a:prstGeom>
          <a:solidFill>
            <a:srgbClr val="FEF5E5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462D00"/>
                </a:solidFill>
                <a:latin typeface="Georgia" panose="02040502050405020303" pitchFamily="18" charset="0"/>
              </a:rPr>
              <a:t>Yep!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9C543F0-B75F-84DD-4B3C-55922D6AE8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787" r="23357"/>
          <a:stretch>
            <a:fillRect/>
          </a:stretch>
        </p:blipFill>
        <p:spPr>
          <a:xfrm>
            <a:off x="3607460" y="2723338"/>
            <a:ext cx="3723655" cy="401859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47762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0CED87-83A2-242B-42C1-CA1E42E247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787" r="23357"/>
          <a:stretch>
            <a:fillRect/>
          </a:stretch>
        </p:blipFill>
        <p:spPr>
          <a:xfrm>
            <a:off x="8916256" y="233955"/>
            <a:ext cx="3306401" cy="356829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F2A28D3-F0C1-08D2-2557-FDFE5F856E83}"/>
              </a:ext>
            </a:extLst>
          </p:cNvPr>
          <p:cNvGrpSpPr/>
          <p:nvPr/>
        </p:nvGrpSpPr>
        <p:grpSpPr>
          <a:xfrm>
            <a:off x="4832848" y="233955"/>
            <a:ext cx="3306402" cy="3568295"/>
            <a:chOff x="4832848" y="233955"/>
            <a:chExt cx="3306402" cy="356829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CE30195-B732-7741-B581-358A14EF4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87" r="23357"/>
            <a:stretch>
              <a:fillRect/>
            </a:stretch>
          </p:blipFill>
          <p:spPr>
            <a:xfrm>
              <a:off x="4832848" y="233955"/>
              <a:ext cx="3306401" cy="356829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1A16536-9070-67A1-3391-DF59A96F9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43" t="35319" r="36508" b="19888"/>
            <a:stretch>
              <a:fillRect/>
            </a:stretch>
          </p:blipFill>
          <p:spPr>
            <a:xfrm>
              <a:off x="4832849" y="785283"/>
              <a:ext cx="3306401" cy="272203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8FF6686-2F6B-E825-82EB-ACC5C27A8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43" t="79258" r="36508"/>
            <a:stretch>
              <a:fillRect/>
            </a:stretch>
          </p:blipFill>
          <p:spPr>
            <a:xfrm>
              <a:off x="4832849" y="2541772"/>
              <a:ext cx="3306401" cy="1260477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EB42081-C029-EF0C-602D-237FD48C561A}"/>
              </a:ext>
            </a:extLst>
          </p:cNvPr>
          <p:cNvGrpSpPr/>
          <p:nvPr/>
        </p:nvGrpSpPr>
        <p:grpSpPr>
          <a:xfrm>
            <a:off x="658780" y="233953"/>
            <a:ext cx="3306403" cy="3568295"/>
            <a:chOff x="658780" y="233953"/>
            <a:chExt cx="3306403" cy="356829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982EB7E-1E85-2781-6E25-3E0E3419C7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87" r="23357"/>
            <a:stretch>
              <a:fillRect/>
            </a:stretch>
          </p:blipFill>
          <p:spPr>
            <a:xfrm>
              <a:off x="658782" y="233953"/>
              <a:ext cx="3306401" cy="356829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9399CB-5D9D-B494-1B8D-714318D9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353" t="35319" r="36599" b="41971"/>
            <a:stretch>
              <a:fillRect/>
            </a:stretch>
          </p:blipFill>
          <p:spPr>
            <a:xfrm>
              <a:off x="658781" y="785283"/>
              <a:ext cx="3297767" cy="13800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A015273-A4F2-6121-F415-AA0B39936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353" t="79258" r="36599"/>
            <a:stretch>
              <a:fillRect/>
            </a:stretch>
          </p:blipFill>
          <p:spPr>
            <a:xfrm>
              <a:off x="658780" y="2541771"/>
              <a:ext cx="3297767" cy="1260477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50246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68</Words>
  <Application>Microsoft Office PowerPoint</Application>
  <PresentationFormat>Widescreen</PresentationFormat>
  <Paragraphs>15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Lu</dc:creator>
  <cp:lastModifiedBy>Dan Lu</cp:lastModifiedBy>
  <cp:revision>6</cp:revision>
  <dcterms:created xsi:type="dcterms:W3CDTF">2026-03-22T01:57:07Z</dcterms:created>
  <dcterms:modified xsi:type="dcterms:W3CDTF">2026-03-23T17:21:13Z</dcterms:modified>
</cp:coreProperties>
</file>